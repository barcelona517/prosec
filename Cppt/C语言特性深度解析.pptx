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828800"/>
            <a:ext cx="5486400" cy="54864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00400"/>
            <a:ext cx="1371600" cy="1371600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8090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0F2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 语言特性深度解析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从语法精髓到系统编程的底层力量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2834640"/>
            <a:ext cx="182880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023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页精华 · 核心特性全览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3B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简洁语法 · 指针威力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3716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8016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80160"/>
            <a:ext cx="384048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63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精炼的语法体系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 32 个关键字，语法简洁优雅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过程式编程，函数为基本单元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丰富的运算符集（算术/逻辑/位）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预处理指令 #include / #define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头文件机制实现模块化开发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280160"/>
            <a:ext cx="384048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463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指针 — C 的灵魂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0" y="201168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直接操作内存地址，极致灵活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动态内存分配 malloc / free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指针运算与数组的紧密关联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函数指针实现回调机制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构建链表、树等数据结构的基础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617720"/>
            <a:ext cx="804672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617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"指针让 C 语言兼具高级语言的表达力与汇编语言的操控力"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3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F2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精细的内存管理模型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3716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2468880" cy="2926080"/>
          </a:xfrm>
          <a:prstGeom prst="rect">
            <a:avLst/>
          </a:prstGeom>
          <a:solidFill>
            <a:srgbClr val="1A3A4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246888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栈区 (Stack)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局部变量自动分配释放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函数调用帧压栈出栈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LIFO 后进先出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速度快，容量有限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280160"/>
            <a:ext cx="2468880" cy="2926080"/>
          </a:xfrm>
          <a:prstGeom prst="rect">
            <a:avLst/>
          </a:prstGeom>
          <a:solidFill>
            <a:srgbClr val="1A3A4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1280160"/>
            <a:ext cx="24688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463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堆区 (Heap)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20440" y="19659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malloc / calloc 分配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手动释放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灵活但需防内存泄漏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速度较慢，容量大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280160"/>
            <a:ext cx="2468880" cy="2926080"/>
          </a:xfrm>
          <a:prstGeom prst="rect">
            <a:avLst/>
          </a:prstGeom>
          <a:solidFill>
            <a:srgbClr val="1A3A4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280160"/>
            <a:ext cx="2468880" cy="54864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463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静态区 (Static)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19659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全局/静态变量存储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程序生命周期内存在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默认初始化为 0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作用域由 static 控制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8046720" cy="502920"/>
          </a:xfrm>
          <a:prstGeom prst="rect">
            <a:avLst/>
          </a:prstGeom>
          <a:solidFill>
            <a:srgbClr val="0A2A3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4348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手动内存管理是 C 的强大之处 —— 掌握它，你就真正理解了计算机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3B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数据结构与标准库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3716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80160"/>
            <a:ext cx="3840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80160"/>
            <a:ext cx="384048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630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内置数据结构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196596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数组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连续内存，随机访问 O(1)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结构体 struct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自定义复合数据类型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联合体 union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共享内存，节省空间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枚举 enum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命名整型常量，增强可读性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840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280160"/>
            <a:ext cx="384048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4630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标准库概览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&lt;stdio.h&gt;    输入输出函数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&lt;stdlib.h&gt;   内存管理 / 工具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&lt;string.h&gt;   字符串操作函数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&lt;math.h&gt;     数学运算库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&lt;time.h&gt;     日期与时间处理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&lt;ctype.h&gt;    字符分类与转换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8046720" cy="868680"/>
          </a:xfrm>
          <a:prstGeom prst="rect">
            <a:avLst/>
          </a:prstGeom>
          <a:solidFill>
            <a:srgbClr val="0D3B4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06908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&lt;stdio.h&gt;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 printf("Hello, C!\n"); return 0; }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3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3200400" cy="32004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F2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总结与展望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137160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系统编程的基石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1737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操作系统、嵌入式、驱动开发的首选语言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4688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性能极致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3040" y="2743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零运行时开销，直接编译为高效机器码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47472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3429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永恒的价值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3749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 C = 理解计算机的运行原理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2A3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 语言 —— 历久弥新，永不过时的系统编程语言"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C语言特性深度解析</dc:title>
  <dc:subject>PptxGenJS Presentation</dc:subject>
  <dc:creator>C Language Guide</dc:creator>
  <cp:lastModifiedBy>C Language Guide</cp:lastModifiedBy>
  <cp:revision>1</cp:revision>
  <dcterms:created xsi:type="dcterms:W3CDTF">2026-05-13T02:43:37Z</dcterms:created>
  <dcterms:modified xsi:type="dcterms:W3CDTF">2026-05-13T02:43:37Z</dcterms:modified>
</cp:coreProperties>
</file>