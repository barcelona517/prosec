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handoutMasterIdLst>
    <p:handoutMasterId r:id="rId7"/>
  </p:handoutMasterIdLst>
  <p:sldIdLst>
    <p:sldId id="256" r:id="rId3"/>
    <p:sldId id="259" r:id="rId4"/>
    <p:sldId id="270" r:id="rId5"/>
    <p:sldId id="265" r:id="rId6"/>
  </p:sldIdLst>
  <p:sldSz cx="12192000" cy="6858000"/>
  <p:notesSz cx="6858000" cy="9144000"/>
  <p:embeddedFontLst>
    <p:embeddedFont>
      <p:font typeface="等线" panose="02010600030101010101" charset="-122"/>
      <p:regular r:id="rId11"/>
    </p:embeddedFont>
  </p:embeddedFontLst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0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7B99"/>
    <a:srgbClr val="1563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3" autoAdjust="0"/>
    <p:restoredTop sz="94660"/>
  </p:normalViewPr>
  <p:slideViewPr>
    <p:cSldViewPr snapToGrid="0" showGuides="1">
      <p:cViewPr varScale="1">
        <p:scale>
          <a:sx n="73" d="100"/>
          <a:sy n="73" d="100"/>
        </p:scale>
        <p:origin x="78" y="846"/>
      </p:cViewPr>
      <p:guideLst>
        <p:guide pos="416"/>
        <p:guide pos="7256"/>
        <p:guide orient="horz" pos="608"/>
        <p:guide orient="horz" pos="71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2582"/>
    </p:cViewPr>
  </p:sorterViewPr>
  <p:notesViewPr>
    <p:cSldViewPr snapToGrid="0">
      <p:cViewPr varScale="1">
        <p:scale>
          <a:sx n="75" d="100"/>
          <a:sy n="75" d="100"/>
        </p:scale>
        <p:origin x="3300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1.xml"/><Relationship Id="rId11" Type="http://schemas.openxmlformats.org/officeDocument/2006/relationships/font" Target="fonts/font1.fntdata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DED53D-5900-4692-B30E-AEFD90DE758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6F731E-E4EE-48C2-8E2E-8649318C6E6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3A7B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335360" y="277896"/>
            <a:ext cx="11521280" cy="6302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63500" dir="2700000" algn="tl" rotWithShape="0">
              <a:schemeClr val="tx1">
                <a:lumMod val="95000"/>
                <a:lumOff val="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8" name="任意多边形: 形状 7"/>
          <p:cNvSpPr>
            <a:spLocks noChangeAspect="1"/>
          </p:cNvSpPr>
          <p:nvPr userDrawn="1"/>
        </p:nvSpPr>
        <p:spPr>
          <a:xfrm>
            <a:off x="10251074" y="0"/>
            <a:ext cx="1730960" cy="1298018"/>
          </a:xfrm>
          <a:custGeom>
            <a:avLst/>
            <a:gdLst>
              <a:gd name="connsiteX0" fmla="*/ 1275576 w 1730960"/>
              <a:gd name="connsiteY0" fmla="*/ 0 h 1298018"/>
              <a:gd name="connsiteX1" fmla="*/ 1730960 w 1730960"/>
              <a:gd name="connsiteY1" fmla="*/ 0 h 1298018"/>
              <a:gd name="connsiteX2" fmla="*/ 455384 w 1730960"/>
              <a:gd name="connsiteY2" fmla="*/ 1298018 h 1298018"/>
              <a:gd name="connsiteX3" fmla="*/ 0 w 1730960"/>
              <a:gd name="connsiteY3" fmla="*/ 1298018 h 1298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0960" h="1298018">
                <a:moveTo>
                  <a:pt x="1275576" y="0"/>
                </a:moveTo>
                <a:lnTo>
                  <a:pt x="1730960" y="0"/>
                </a:lnTo>
                <a:lnTo>
                  <a:pt x="455384" y="1298018"/>
                </a:lnTo>
                <a:lnTo>
                  <a:pt x="0" y="1298018"/>
                </a:lnTo>
                <a:close/>
              </a:path>
            </a:pathLst>
          </a:custGeom>
          <a:solidFill>
            <a:srgbClr val="70AFCE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9" name="任意多边形: 形状 8"/>
          <p:cNvSpPr>
            <a:spLocks noChangeAspect="1"/>
          </p:cNvSpPr>
          <p:nvPr userDrawn="1"/>
        </p:nvSpPr>
        <p:spPr>
          <a:xfrm>
            <a:off x="10239549" y="0"/>
            <a:ext cx="890408" cy="558535"/>
          </a:xfrm>
          <a:custGeom>
            <a:avLst/>
            <a:gdLst>
              <a:gd name="connsiteX0" fmla="*/ 548878 w 890408"/>
              <a:gd name="connsiteY0" fmla="*/ 0 h 558535"/>
              <a:gd name="connsiteX1" fmla="*/ 890408 w 890408"/>
              <a:gd name="connsiteY1" fmla="*/ 0 h 558535"/>
              <a:gd name="connsiteX2" fmla="*/ 341530 w 890408"/>
              <a:gd name="connsiteY2" fmla="*/ 558535 h 558535"/>
              <a:gd name="connsiteX3" fmla="*/ 0 w 890408"/>
              <a:gd name="connsiteY3" fmla="*/ 558535 h 558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90408" h="558535">
                <a:moveTo>
                  <a:pt x="548878" y="0"/>
                </a:moveTo>
                <a:lnTo>
                  <a:pt x="890408" y="0"/>
                </a:lnTo>
                <a:lnTo>
                  <a:pt x="341530" y="558535"/>
                </a:lnTo>
                <a:lnTo>
                  <a:pt x="0" y="558535"/>
                </a:lnTo>
                <a:close/>
              </a:path>
            </a:pathLst>
          </a:custGeom>
          <a:solidFill>
            <a:srgbClr val="70AFC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0" name="任意多边形: 形状 9"/>
          <p:cNvSpPr>
            <a:spLocks noChangeAspect="1"/>
          </p:cNvSpPr>
          <p:nvPr userDrawn="1"/>
        </p:nvSpPr>
        <p:spPr>
          <a:xfrm>
            <a:off x="11394118" y="191340"/>
            <a:ext cx="797882" cy="811920"/>
          </a:xfrm>
          <a:custGeom>
            <a:avLst/>
            <a:gdLst>
              <a:gd name="connsiteX0" fmla="*/ 797882 w 797882"/>
              <a:gd name="connsiteY0" fmla="*/ 0 h 811920"/>
              <a:gd name="connsiteX1" fmla="*/ 797882 w 797882"/>
              <a:gd name="connsiteY1" fmla="*/ 289623 h 811920"/>
              <a:gd name="connsiteX2" fmla="*/ 284616 w 797882"/>
              <a:gd name="connsiteY2" fmla="*/ 811920 h 811920"/>
              <a:gd name="connsiteX3" fmla="*/ 0 w 797882"/>
              <a:gd name="connsiteY3" fmla="*/ 811920 h 811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7882" h="811920">
                <a:moveTo>
                  <a:pt x="797882" y="0"/>
                </a:moveTo>
                <a:lnTo>
                  <a:pt x="797882" y="289623"/>
                </a:lnTo>
                <a:lnTo>
                  <a:pt x="284616" y="811920"/>
                </a:lnTo>
                <a:lnTo>
                  <a:pt x="0" y="811920"/>
                </a:lnTo>
                <a:close/>
              </a:path>
            </a:pathLst>
          </a:custGeom>
          <a:solidFill>
            <a:srgbClr val="70AFCE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6" name="任意多边形: 形状 15"/>
          <p:cNvSpPr>
            <a:spLocks noChangeAspect="1"/>
          </p:cNvSpPr>
          <p:nvPr userDrawn="1"/>
        </p:nvSpPr>
        <p:spPr>
          <a:xfrm>
            <a:off x="349072" y="5693177"/>
            <a:ext cx="1602222" cy="1167016"/>
          </a:xfrm>
          <a:custGeom>
            <a:avLst/>
            <a:gdLst>
              <a:gd name="connsiteX0" fmla="*/ 1146838 w 1602222"/>
              <a:gd name="connsiteY0" fmla="*/ 0 h 1167016"/>
              <a:gd name="connsiteX1" fmla="*/ 1602222 w 1602222"/>
              <a:gd name="connsiteY1" fmla="*/ 0 h 1167016"/>
              <a:gd name="connsiteX2" fmla="*/ 455384 w 1602222"/>
              <a:gd name="connsiteY2" fmla="*/ 1167016 h 1167016"/>
              <a:gd name="connsiteX3" fmla="*/ 0 w 1602222"/>
              <a:gd name="connsiteY3" fmla="*/ 1167016 h 1167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2222" h="1167016">
                <a:moveTo>
                  <a:pt x="1146838" y="0"/>
                </a:moveTo>
                <a:lnTo>
                  <a:pt x="1602222" y="0"/>
                </a:lnTo>
                <a:lnTo>
                  <a:pt x="455384" y="1167016"/>
                </a:lnTo>
                <a:lnTo>
                  <a:pt x="0" y="1167016"/>
                </a:lnTo>
                <a:close/>
              </a:path>
            </a:pathLst>
          </a:custGeom>
          <a:solidFill>
            <a:srgbClr val="70AFCE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7" name="任意多边形: 形状 16"/>
          <p:cNvSpPr>
            <a:spLocks noChangeAspect="1"/>
          </p:cNvSpPr>
          <p:nvPr userDrawn="1"/>
        </p:nvSpPr>
        <p:spPr>
          <a:xfrm>
            <a:off x="1" y="5911667"/>
            <a:ext cx="850271" cy="865231"/>
          </a:xfrm>
          <a:custGeom>
            <a:avLst/>
            <a:gdLst>
              <a:gd name="connsiteX0" fmla="*/ 508741 w 850271"/>
              <a:gd name="connsiteY0" fmla="*/ 0 h 865231"/>
              <a:gd name="connsiteX1" fmla="*/ 850271 w 850271"/>
              <a:gd name="connsiteY1" fmla="*/ 0 h 865231"/>
              <a:gd name="connsiteX2" fmla="*/ 0 w 850271"/>
              <a:gd name="connsiteY2" fmla="*/ 865231 h 865231"/>
              <a:gd name="connsiteX3" fmla="*/ 0 w 850271"/>
              <a:gd name="connsiteY3" fmla="*/ 517692 h 86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0271" h="865231">
                <a:moveTo>
                  <a:pt x="508741" y="0"/>
                </a:moveTo>
                <a:lnTo>
                  <a:pt x="850271" y="0"/>
                </a:lnTo>
                <a:lnTo>
                  <a:pt x="0" y="865231"/>
                </a:lnTo>
                <a:lnTo>
                  <a:pt x="0" y="517692"/>
                </a:lnTo>
                <a:close/>
              </a:path>
            </a:pathLst>
          </a:custGeom>
          <a:solidFill>
            <a:srgbClr val="70AFC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9" name="任意多边形: 形状 18"/>
          <p:cNvSpPr>
            <a:spLocks noChangeAspect="1"/>
          </p:cNvSpPr>
          <p:nvPr userDrawn="1"/>
        </p:nvSpPr>
        <p:spPr>
          <a:xfrm>
            <a:off x="1176986" y="6455122"/>
            <a:ext cx="685400" cy="407836"/>
          </a:xfrm>
          <a:custGeom>
            <a:avLst/>
            <a:gdLst>
              <a:gd name="connsiteX0" fmla="*/ 400784 w 685400"/>
              <a:gd name="connsiteY0" fmla="*/ 0 h 407836"/>
              <a:gd name="connsiteX1" fmla="*/ 685400 w 685400"/>
              <a:gd name="connsiteY1" fmla="*/ 0 h 407836"/>
              <a:gd name="connsiteX2" fmla="*/ 284616 w 685400"/>
              <a:gd name="connsiteY2" fmla="*/ 407836 h 407836"/>
              <a:gd name="connsiteX3" fmla="*/ 0 w 685400"/>
              <a:gd name="connsiteY3" fmla="*/ 407836 h 407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400" h="407836">
                <a:moveTo>
                  <a:pt x="400784" y="0"/>
                </a:moveTo>
                <a:lnTo>
                  <a:pt x="685400" y="0"/>
                </a:lnTo>
                <a:lnTo>
                  <a:pt x="284616" y="407836"/>
                </a:lnTo>
                <a:lnTo>
                  <a:pt x="0" y="407836"/>
                </a:lnTo>
                <a:close/>
              </a:path>
            </a:pathLst>
          </a:custGeom>
          <a:solidFill>
            <a:srgbClr val="70AFCE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cxnSp>
        <p:nvCxnSpPr>
          <p:cNvPr id="22" name="直接连接符 21"/>
          <p:cNvCxnSpPr/>
          <p:nvPr userDrawn="1"/>
        </p:nvCxnSpPr>
        <p:spPr>
          <a:xfrm flipH="1">
            <a:off x="2594342" y="3775680"/>
            <a:ext cx="1901952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 flipH="1">
            <a:off x="7860299" y="3775680"/>
            <a:ext cx="1901952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335360" y="277896"/>
            <a:ext cx="11521280" cy="6302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63500" dir="2700000" algn="tl" rotWithShape="0">
              <a:schemeClr val="tx1">
                <a:lumMod val="95000"/>
                <a:lumOff val="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2548327" y="209476"/>
            <a:ext cx="9367901" cy="6439048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70AFC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 cstate="screen"/>
          <a:srcRect l="34053" t="17591" r="1128" b="17591"/>
          <a:stretch>
            <a:fillRect/>
          </a:stretch>
        </p:blipFill>
        <p:spPr>
          <a:xfrm>
            <a:off x="-5" y="23177"/>
            <a:ext cx="6861002" cy="6826886"/>
          </a:xfrm>
          <a:custGeom>
            <a:avLst/>
            <a:gdLst>
              <a:gd name="connsiteX0" fmla="*/ 0 w 6861002"/>
              <a:gd name="connsiteY0" fmla="*/ 0 h 6826886"/>
              <a:gd name="connsiteX1" fmla="*/ 6861002 w 6861002"/>
              <a:gd name="connsiteY1" fmla="*/ 0 h 6826886"/>
              <a:gd name="connsiteX2" fmla="*/ 5494103 w 6861002"/>
              <a:gd name="connsiteY2" fmla="*/ 6826886 h 6826886"/>
              <a:gd name="connsiteX3" fmla="*/ 0 w 6861002"/>
              <a:gd name="connsiteY3" fmla="*/ 6826886 h 6826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61002" h="6826886">
                <a:moveTo>
                  <a:pt x="0" y="0"/>
                </a:moveTo>
                <a:lnTo>
                  <a:pt x="6861002" y="0"/>
                </a:lnTo>
                <a:lnTo>
                  <a:pt x="5494103" y="6826886"/>
                </a:lnTo>
                <a:lnTo>
                  <a:pt x="0" y="6826886"/>
                </a:lnTo>
                <a:close/>
              </a:path>
            </a:pathLst>
          </a:custGeom>
        </p:spPr>
      </p:pic>
      <p:sp>
        <p:nvSpPr>
          <p:cNvPr id="14" name="流程图: 手动输入 13"/>
          <p:cNvSpPr/>
          <p:nvPr userDrawn="1"/>
        </p:nvSpPr>
        <p:spPr>
          <a:xfrm rot="16200000" flipV="1">
            <a:off x="3822" y="-3820"/>
            <a:ext cx="6858000" cy="6865642"/>
          </a:xfrm>
          <a:prstGeom prst="flowChartManualInput">
            <a:avLst/>
          </a:prstGeom>
          <a:solidFill>
            <a:srgbClr val="3A7B9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059793" y="2378343"/>
            <a:ext cx="1610623" cy="83099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defRPr/>
            </a:pPr>
            <a:r>
              <a:rPr lang="zh-CN" altLang="en-US" sz="4800" dirty="0">
                <a:solidFill>
                  <a:prstClr val="white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目录</a:t>
            </a:r>
            <a:endParaRPr lang="zh-CN" altLang="en-US" sz="4800" dirty="0">
              <a:solidFill>
                <a:prstClr val="whit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+mn-ea"/>
              <a:sym typeface="+mn-lt"/>
            </a:endParaRPr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1142281" y="3360609"/>
            <a:ext cx="959371" cy="0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17" name="文本框 16"/>
          <p:cNvSpPr txBox="1"/>
          <p:nvPr userDrawn="1"/>
        </p:nvSpPr>
        <p:spPr>
          <a:xfrm>
            <a:off x="1142281" y="3710217"/>
            <a:ext cx="2814786" cy="76944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defRPr/>
            </a:pPr>
            <a:r>
              <a:rPr lang="en-US" altLang="zh-CN" sz="4400" dirty="0">
                <a:solidFill>
                  <a:prstClr val="white"/>
                </a:solidFill>
                <a:cs typeface="+mn-ea"/>
                <a:sym typeface="+mn-lt"/>
              </a:rPr>
              <a:t>Contents</a:t>
            </a:r>
            <a:endParaRPr lang="zh-CN" altLang="en-US" sz="440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grpSp>
        <p:nvGrpSpPr>
          <p:cNvPr id="18" name="组合 17"/>
          <p:cNvGrpSpPr/>
          <p:nvPr userDrawn="1"/>
        </p:nvGrpSpPr>
        <p:grpSpPr>
          <a:xfrm flipV="1">
            <a:off x="827551" y="209476"/>
            <a:ext cx="303107" cy="303107"/>
            <a:chOff x="962675" y="5112327"/>
            <a:chExt cx="672161" cy="672161"/>
          </a:xfrm>
        </p:grpSpPr>
        <p:cxnSp>
          <p:nvCxnSpPr>
            <p:cNvPr id="19" name="直接连接符 18"/>
            <p:cNvCxnSpPr/>
            <p:nvPr/>
          </p:nvCxnSpPr>
          <p:spPr>
            <a:xfrm flipH="1">
              <a:off x="962675" y="5784488"/>
              <a:ext cx="672161" cy="0"/>
            </a:xfrm>
            <a:prstGeom prst="line">
              <a:avLst/>
            </a:prstGeom>
            <a:noFill/>
            <a:ln w="12700" cap="flat" cmpd="sng" algn="ctr">
              <a:solidFill>
                <a:sysClr val="window" lastClr="FFFFFF">
                  <a:alpha val="65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20" name="直接连接符 19"/>
            <p:cNvCxnSpPr/>
            <p:nvPr/>
          </p:nvCxnSpPr>
          <p:spPr>
            <a:xfrm flipV="1">
              <a:off x="962675" y="5112327"/>
              <a:ext cx="0" cy="672161"/>
            </a:xfrm>
            <a:prstGeom prst="line">
              <a:avLst/>
            </a:prstGeom>
            <a:noFill/>
            <a:ln w="12700" cap="flat" cmpd="sng" algn="ctr">
              <a:solidFill>
                <a:sysClr val="window" lastClr="FFFFFF">
                  <a:alpha val="65000"/>
                </a:sysClr>
              </a:solidFill>
              <a:prstDash val="solid"/>
              <a:miter lim="800000"/>
            </a:ln>
            <a:effectLst/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3A7B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335360" y="277896"/>
            <a:ext cx="11521280" cy="6302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63500" dir="2700000" algn="tl" rotWithShape="0">
              <a:schemeClr val="tx1">
                <a:lumMod val="95000"/>
                <a:lumOff val="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3" name="任意多边形: 形状 12"/>
          <p:cNvSpPr>
            <a:spLocks noChangeAspect="1"/>
          </p:cNvSpPr>
          <p:nvPr userDrawn="1"/>
        </p:nvSpPr>
        <p:spPr>
          <a:xfrm>
            <a:off x="10251074" y="0"/>
            <a:ext cx="1730960" cy="1298018"/>
          </a:xfrm>
          <a:custGeom>
            <a:avLst/>
            <a:gdLst>
              <a:gd name="connsiteX0" fmla="*/ 1275576 w 1730960"/>
              <a:gd name="connsiteY0" fmla="*/ 0 h 1298018"/>
              <a:gd name="connsiteX1" fmla="*/ 1730960 w 1730960"/>
              <a:gd name="connsiteY1" fmla="*/ 0 h 1298018"/>
              <a:gd name="connsiteX2" fmla="*/ 455384 w 1730960"/>
              <a:gd name="connsiteY2" fmla="*/ 1298018 h 1298018"/>
              <a:gd name="connsiteX3" fmla="*/ 0 w 1730960"/>
              <a:gd name="connsiteY3" fmla="*/ 1298018 h 1298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0960" h="1298018">
                <a:moveTo>
                  <a:pt x="1275576" y="0"/>
                </a:moveTo>
                <a:lnTo>
                  <a:pt x="1730960" y="0"/>
                </a:lnTo>
                <a:lnTo>
                  <a:pt x="455384" y="1298018"/>
                </a:lnTo>
                <a:lnTo>
                  <a:pt x="0" y="1298018"/>
                </a:lnTo>
                <a:close/>
              </a:path>
            </a:pathLst>
          </a:custGeom>
          <a:solidFill>
            <a:srgbClr val="70AFCE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4" name="任意多边形: 形状 13"/>
          <p:cNvSpPr>
            <a:spLocks noChangeAspect="1"/>
          </p:cNvSpPr>
          <p:nvPr userDrawn="1"/>
        </p:nvSpPr>
        <p:spPr>
          <a:xfrm>
            <a:off x="10239549" y="0"/>
            <a:ext cx="890408" cy="558535"/>
          </a:xfrm>
          <a:custGeom>
            <a:avLst/>
            <a:gdLst>
              <a:gd name="connsiteX0" fmla="*/ 548878 w 890408"/>
              <a:gd name="connsiteY0" fmla="*/ 0 h 558535"/>
              <a:gd name="connsiteX1" fmla="*/ 890408 w 890408"/>
              <a:gd name="connsiteY1" fmla="*/ 0 h 558535"/>
              <a:gd name="connsiteX2" fmla="*/ 341530 w 890408"/>
              <a:gd name="connsiteY2" fmla="*/ 558535 h 558535"/>
              <a:gd name="connsiteX3" fmla="*/ 0 w 890408"/>
              <a:gd name="connsiteY3" fmla="*/ 558535 h 558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90408" h="558535">
                <a:moveTo>
                  <a:pt x="548878" y="0"/>
                </a:moveTo>
                <a:lnTo>
                  <a:pt x="890408" y="0"/>
                </a:lnTo>
                <a:lnTo>
                  <a:pt x="341530" y="558535"/>
                </a:lnTo>
                <a:lnTo>
                  <a:pt x="0" y="558535"/>
                </a:lnTo>
                <a:close/>
              </a:path>
            </a:pathLst>
          </a:custGeom>
          <a:solidFill>
            <a:srgbClr val="70AFC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5" name="任意多边形: 形状 14"/>
          <p:cNvSpPr>
            <a:spLocks noChangeAspect="1"/>
          </p:cNvSpPr>
          <p:nvPr userDrawn="1"/>
        </p:nvSpPr>
        <p:spPr>
          <a:xfrm>
            <a:off x="11394118" y="191340"/>
            <a:ext cx="797882" cy="811920"/>
          </a:xfrm>
          <a:custGeom>
            <a:avLst/>
            <a:gdLst>
              <a:gd name="connsiteX0" fmla="*/ 797882 w 797882"/>
              <a:gd name="connsiteY0" fmla="*/ 0 h 811920"/>
              <a:gd name="connsiteX1" fmla="*/ 797882 w 797882"/>
              <a:gd name="connsiteY1" fmla="*/ 289623 h 811920"/>
              <a:gd name="connsiteX2" fmla="*/ 284616 w 797882"/>
              <a:gd name="connsiteY2" fmla="*/ 811920 h 811920"/>
              <a:gd name="connsiteX3" fmla="*/ 0 w 797882"/>
              <a:gd name="connsiteY3" fmla="*/ 811920 h 811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7882" h="811920">
                <a:moveTo>
                  <a:pt x="797882" y="0"/>
                </a:moveTo>
                <a:lnTo>
                  <a:pt x="797882" y="289623"/>
                </a:lnTo>
                <a:lnTo>
                  <a:pt x="284616" y="811920"/>
                </a:lnTo>
                <a:lnTo>
                  <a:pt x="0" y="811920"/>
                </a:lnTo>
                <a:close/>
              </a:path>
            </a:pathLst>
          </a:custGeom>
          <a:solidFill>
            <a:srgbClr val="70AFCE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6" name="任意多边形: 形状 15"/>
          <p:cNvSpPr>
            <a:spLocks noChangeAspect="1"/>
          </p:cNvSpPr>
          <p:nvPr userDrawn="1"/>
        </p:nvSpPr>
        <p:spPr>
          <a:xfrm>
            <a:off x="349072" y="5693177"/>
            <a:ext cx="1602222" cy="1167016"/>
          </a:xfrm>
          <a:custGeom>
            <a:avLst/>
            <a:gdLst>
              <a:gd name="connsiteX0" fmla="*/ 1146838 w 1602222"/>
              <a:gd name="connsiteY0" fmla="*/ 0 h 1167016"/>
              <a:gd name="connsiteX1" fmla="*/ 1602222 w 1602222"/>
              <a:gd name="connsiteY1" fmla="*/ 0 h 1167016"/>
              <a:gd name="connsiteX2" fmla="*/ 455384 w 1602222"/>
              <a:gd name="connsiteY2" fmla="*/ 1167016 h 1167016"/>
              <a:gd name="connsiteX3" fmla="*/ 0 w 1602222"/>
              <a:gd name="connsiteY3" fmla="*/ 1167016 h 1167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2222" h="1167016">
                <a:moveTo>
                  <a:pt x="1146838" y="0"/>
                </a:moveTo>
                <a:lnTo>
                  <a:pt x="1602222" y="0"/>
                </a:lnTo>
                <a:lnTo>
                  <a:pt x="455384" y="1167016"/>
                </a:lnTo>
                <a:lnTo>
                  <a:pt x="0" y="1167016"/>
                </a:lnTo>
                <a:close/>
              </a:path>
            </a:pathLst>
          </a:custGeom>
          <a:solidFill>
            <a:srgbClr val="70AFCE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7" name="任意多边形: 形状 16"/>
          <p:cNvSpPr>
            <a:spLocks noChangeAspect="1"/>
          </p:cNvSpPr>
          <p:nvPr userDrawn="1"/>
        </p:nvSpPr>
        <p:spPr>
          <a:xfrm>
            <a:off x="1" y="5911667"/>
            <a:ext cx="850271" cy="865231"/>
          </a:xfrm>
          <a:custGeom>
            <a:avLst/>
            <a:gdLst>
              <a:gd name="connsiteX0" fmla="*/ 508741 w 850271"/>
              <a:gd name="connsiteY0" fmla="*/ 0 h 865231"/>
              <a:gd name="connsiteX1" fmla="*/ 850271 w 850271"/>
              <a:gd name="connsiteY1" fmla="*/ 0 h 865231"/>
              <a:gd name="connsiteX2" fmla="*/ 0 w 850271"/>
              <a:gd name="connsiteY2" fmla="*/ 865231 h 865231"/>
              <a:gd name="connsiteX3" fmla="*/ 0 w 850271"/>
              <a:gd name="connsiteY3" fmla="*/ 517692 h 86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0271" h="865231">
                <a:moveTo>
                  <a:pt x="508741" y="0"/>
                </a:moveTo>
                <a:lnTo>
                  <a:pt x="850271" y="0"/>
                </a:lnTo>
                <a:lnTo>
                  <a:pt x="0" y="865231"/>
                </a:lnTo>
                <a:lnTo>
                  <a:pt x="0" y="517692"/>
                </a:lnTo>
                <a:close/>
              </a:path>
            </a:pathLst>
          </a:custGeom>
          <a:solidFill>
            <a:srgbClr val="70AFC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8" name="任意多边形: 形状 17"/>
          <p:cNvSpPr>
            <a:spLocks noChangeAspect="1"/>
          </p:cNvSpPr>
          <p:nvPr userDrawn="1"/>
        </p:nvSpPr>
        <p:spPr>
          <a:xfrm>
            <a:off x="1176986" y="6455122"/>
            <a:ext cx="685400" cy="407836"/>
          </a:xfrm>
          <a:custGeom>
            <a:avLst/>
            <a:gdLst>
              <a:gd name="connsiteX0" fmla="*/ 400784 w 685400"/>
              <a:gd name="connsiteY0" fmla="*/ 0 h 407836"/>
              <a:gd name="connsiteX1" fmla="*/ 685400 w 685400"/>
              <a:gd name="connsiteY1" fmla="*/ 0 h 407836"/>
              <a:gd name="connsiteX2" fmla="*/ 284616 w 685400"/>
              <a:gd name="connsiteY2" fmla="*/ 407836 h 407836"/>
              <a:gd name="connsiteX3" fmla="*/ 0 w 685400"/>
              <a:gd name="connsiteY3" fmla="*/ 407836 h 407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400" h="407836">
                <a:moveTo>
                  <a:pt x="400784" y="0"/>
                </a:moveTo>
                <a:lnTo>
                  <a:pt x="685400" y="0"/>
                </a:lnTo>
                <a:lnTo>
                  <a:pt x="284616" y="407836"/>
                </a:lnTo>
                <a:lnTo>
                  <a:pt x="0" y="407836"/>
                </a:lnTo>
                <a:close/>
              </a:path>
            </a:pathLst>
          </a:custGeom>
          <a:solidFill>
            <a:srgbClr val="70AFCE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1" name="燕尾形 2"/>
          <p:cNvSpPr/>
          <p:nvPr userDrawn="1"/>
        </p:nvSpPr>
        <p:spPr>
          <a:xfrm rot="16200000">
            <a:off x="5644278" y="40030"/>
            <a:ext cx="903605" cy="818515"/>
          </a:xfrm>
          <a:custGeom>
            <a:avLst/>
            <a:gdLst>
              <a:gd name="connsiteX0" fmla="*/ 0 w 1423"/>
              <a:gd name="connsiteY0" fmla="*/ 0 h 1289"/>
              <a:gd name="connsiteX1" fmla="*/ 1416 w 1423"/>
              <a:gd name="connsiteY1" fmla="*/ 2 h 1289"/>
              <a:gd name="connsiteX2" fmla="*/ 1423 w 1423"/>
              <a:gd name="connsiteY2" fmla="*/ 596 h 1289"/>
              <a:gd name="connsiteX3" fmla="*/ 1419 w 1423"/>
              <a:gd name="connsiteY3" fmla="*/ 1289 h 1289"/>
              <a:gd name="connsiteX4" fmla="*/ 0 w 1423"/>
              <a:gd name="connsiteY4" fmla="*/ 1289 h 1289"/>
              <a:gd name="connsiteX5" fmla="*/ 644 w 1423"/>
              <a:gd name="connsiteY5" fmla="*/ 644 h 1289"/>
              <a:gd name="connsiteX6" fmla="*/ 0 w 1423"/>
              <a:gd name="connsiteY6" fmla="*/ 0 h 1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23" h="1289">
                <a:moveTo>
                  <a:pt x="0" y="0"/>
                </a:moveTo>
                <a:lnTo>
                  <a:pt x="1416" y="2"/>
                </a:lnTo>
                <a:lnTo>
                  <a:pt x="1423" y="596"/>
                </a:lnTo>
                <a:lnTo>
                  <a:pt x="1419" y="1289"/>
                </a:lnTo>
                <a:lnTo>
                  <a:pt x="0" y="1289"/>
                </a:lnTo>
                <a:lnTo>
                  <a:pt x="644" y="6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3A7B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335360" y="277896"/>
            <a:ext cx="11521280" cy="6302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63500" dir="2700000" algn="tl" rotWithShape="0">
              <a:schemeClr val="tx1">
                <a:lumMod val="95000"/>
                <a:lumOff val="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8" name="任意多边形: 形状 7"/>
          <p:cNvSpPr>
            <a:spLocks noChangeAspect="1"/>
          </p:cNvSpPr>
          <p:nvPr userDrawn="1"/>
        </p:nvSpPr>
        <p:spPr>
          <a:xfrm>
            <a:off x="10251074" y="0"/>
            <a:ext cx="1730960" cy="1298018"/>
          </a:xfrm>
          <a:custGeom>
            <a:avLst/>
            <a:gdLst>
              <a:gd name="connsiteX0" fmla="*/ 1275576 w 1730960"/>
              <a:gd name="connsiteY0" fmla="*/ 0 h 1298018"/>
              <a:gd name="connsiteX1" fmla="*/ 1730960 w 1730960"/>
              <a:gd name="connsiteY1" fmla="*/ 0 h 1298018"/>
              <a:gd name="connsiteX2" fmla="*/ 455384 w 1730960"/>
              <a:gd name="connsiteY2" fmla="*/ 1298018 h 1298018"/>
              <a:gd name="connsiteX3" fmla="*/ 0 w 1730960"/>
              <a:gd name="connsiteY3" fmla="*/ 1298018 h 1298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0960" h="1298018">
                <a:moveTo>
                  <a:pt x="1275576" y="0"/>
                </a:moveTo>
                <a:lnTo>
                  <a:pt x="1730960" y="0"/>
                </a:lnTo>
                <a:lnTo>
                  <a:pt x="455384" y="1298018"/>
                </a:lnTo>
                <a:lnTo>
                  <a:pt x="0" y="1298018"/>
                </a:lnTo>
                <a:close/>
              </a:path>
            </a:pathLst>
          </a:custGeom>
          <a:solidFill>
            <a:srgbClr val="70AFCE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9" name="任意多边形: 形状 8"/>
          <p:cNvSpPr>
            <a:spLocks noChangeAspect="1"/>
          </p:cNvSpPr>
          <p:nvPr userDrawn="1"/>
        </p:nvSpPr>
        <p:spPr>
          <a:xfrm>
            <a:off x="10239549" y="0"/>
            <a:ext cx="890408" cy="558535"/>
          </a:xfrm>
          <a:custGeom>
            <a:avLst/>
            <a:gdLst>
              <a:gd name="connsiteX0" fmla="*/ 548878 w 890408"/>
              <a:gd name="connsiteY0" fmla="*/ 0 h 558535"/>
              <a:gd name="connsiteX1" fmla="*/ 890408 w 890408"/>
              <a:gd name="connsiteY1" fmla="*/ 0 h 558535"/>
              <a:gd name="connsiteX2" fmla="*/ 341530 w 890408"/>
              <a:gd name="connsiteY2" fmla="*/ 558535 h 558535"/>
              <a:gd name="connsiteX3" fmla="*/ 0 w 890408"/>
              <a:gd name="connsiteY3" fmla="*/ 558535 h 558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90408" h="558535">
                <a:moveTo>
                  <a:pt x="548878" y="0"/>
                </a:moveTo>
                <a:lnTo>
                  <a:pt x="890408" y="0"/>
                </a:lnTo>
                <a:lnTo>
                  <a:pt x="341530" y="558535"/>
                </a:lnTo>
                <a:lnTo>
                  <a:pt x="0" y="558535"/>
                </a:lnTo>
                <a:close/>
              </a:path>
            </a:pathLst>
          </a:custGeom>
          <a:solidFill>
            <a:srgbClr val="70AFC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0" name="任意多边形: 形状 9"/>
          <p:cNvSpPr>
            <a:spLocks noChangeAspect="1"/>
          </p:cNvSpPr>
          <p:nvPr userDrawn="1"/>
        </p:nvSpPr>
        <p:spPr>
          <a:xfrm>
            <a:off x="11394118" y="191340"/>
            <a:ext cx="797882" cy="811920"/>
          </a:xfrm>
          <a:custGeom>
            <a:avLst/>
            <a:gdLst>
              <a:gd name="connsiteX0" fmla="*/ 797882 w 797882"/>
              <a:gd name="connsiteY0" fmla="*/ 0 h 811920"/>
              <a:gd name="connsiteX1" fmla="*/ 797882 w 797882"/>
              <a:gd name="connsiteY1" fmla="*/ 289623 h 811920"/>
              <a:gd name="connsiteX2" fmla="*/ 284616 w 797882"/>
              <a:gd name="connsiteY2" fmla="*/ 811920 h 811920"/>
              <a:gd name="connsiteX3" fmla="*/ 0 w 797882"/>
              <a:gd name="connsiteY3" fmla="*/ 811920 h 811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7882" h="811920">
                <a:moveTo>
                  <a:pt x="797882" y="0"/>
                </a:moveTo>
                <a:lnTo>
                  <a:pt x="797882" y="289623"/>
                </a:lnTo>
                <a:lnTo>
                  <a:pt x="284616" y="811920"/>
                </a:lnTo>
                <a:lnTo>
                  <a:pt x="0" y="811920"/>
                </a:lnTo>
                <a:close/>
              </a:path>
            </a:pathLst>
          </a:custGeom>
          <a:solidFill>
            <a:srgbClr val="70AFCE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1" name="任意多边形: 形状 10"/>
          <p:cNvSpPr>
            <a:spLocks noChangeAspect="1"/>
          </p:cNvSpPr>
          <p:nvPr userDrawn="1"/>
        </p:nvSpPr>
        <p:spPr>
          <a:xfrm>
            <a:off x="349072" y="5693177"/>
            <a:ext cx="1602222" cy="1167016"/>
          </a:xfrm>
          <a:custGeom>
            <a:avLst/>
            <a:gdLst>
              <a:gd name="connsiteX0" fmla="*/ 1146838 w 1602222"/>
              <a:gd name="connsiteY0" fmla="*/ 0 h 1167016"/>
              <a:gd name="connsiteX1" fmla="*/ 1602222 w 1602222"/>
              <a:gd name="connsiteY1" fmla="*/ 0 h 1167016"/>
              <a:gd name="connsiteX2" fmla="*/ 455384 w 1602222"/>
              <a:gd name="connsiteY2" fmla="*/ 1167016 h 1167016"/>
              <a:gd name="connsiteX3" fmla="*/ 0 w 1602222"/>
              <a:gd name="connsiteY3" fmla="*/ 1167016 h 1167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2222" h="1167016">
                <a:moveTo>
                  <a:pt x="1146838" y="0"/>
                </a:moveTo>
                <a:lnTo>
                  <a:pt x="1602222" y="0"/>
                </a:lnTo>
                <a:lnTo>
                  <a:pt x="455384" y="1167016"/>
                </a:lnTo>
                <a:lnTo>
                  <a:pt x="0" y="1167016"/>
                </a:lnTo>
                <a:close/>
              </a:path>
            </a:pathLst>
          </a:custGeom>
          <a:solidFill>
            <a:srgbClr val="70AFCE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2" name="任意多边形: 形状 11"/>
          <p:cNvSpPr>
            <a:spLocks noChangeAspect="1"/>
          </p:cNvSpPr>
          <p:nvPr userDrawn="1"/>
        </p:nvSpPr>
        <p:spPr>
          <a:xfrm>
            <a:off x="1" y="5911667"/>
            <a:ext cx="850271" cy="865231"/>
          </a:xfrm>
          <a:custGeom>
            <a:avLst/>
            <a:gdLst>
              <a:gd name="connsiteX0" fmla="*/ 508741 w 850271"/>
              <a:gd name="connsiteY0" fmla="*/ 0 h 865231"/>
              <a:gd name="connsiteX1" fmla="*/ 850271 w 850271"/>
              <a:gd name="connsiteY1" fmla="*/ 0 h 865231"/>
              <a:gd name="connsiteX2" fmla="*/ 0 w 850271"/>
              <a:gd name="connsiteY2" fmla="*/ 865231 h 865231"/>
              <a:gd name="connsiteX3" fmla="*/ 0 w 850271"/>
              <a:gd name="connsiteY3" fmla="*/ 517692 h 86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0271" h="865231">
                <a:moveTo>
                  <a:pt x="508741" y="0"/>
                </a:moveTo>
                <a:lnTo>
                  <a:pt x="850271" y="0"/>
                </a:lnTo>
                <a:lnTo>
                  <a:pt x="0" y="865231"/>
                </a:lnTo>
                <a:lnTo>
                  <a:pt x="0" y="517692"/>
                </a:lnTo>
                <a:close/>
              </a:path>
            </a:pathLst>
          </a:custGeom>
          <a:solidFill>
            <a:srgbClr val="70AFC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3" name="任意多边形: 形状 12"/>
          <p:cNvSpPr>
            <a:spLocks noChangeAspect="1"/>
          </p:cNvSpPr>
          <p:nvPr userDrawn="1"/>
        </p:nvSpPr>
        <p:spPr>
          <a:xfrm>
            <a:off x="1176986" y="6455122"/>
            <a:ext cx="685400" cy="407836"/>
          </a:xfrm>
          <a:custGeom>
            <a:avLst/>
            <a:gdLst>
              <a:gd name="connsiteX0" fmla="*/ 400784 w 685400"/>
              <a:gd name="connsiteY0" fmla="*/ 0 h 407836"/>
              <a:gd name="connsiteX1" fmla="*/ 685400 w 685400"/>
              <a:gd name="connsiteY1" fmla="*/ 0 h 407836"/>
              <a:gd name="connsiteX2" fmla="*/ 284616 w 685400"/>
              <a:gd name="connsiteY2" fmla="*/ 407836 h 407836"/>
              <a:gd name="connsiteX3" fmla="*/ 0 w 685400"/>
              <a:gd name="connsiteY3" fmla="*/ 407836 h 407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400" h="407836">
                <a:moveTo>
                  <a:pt x="400784" y="0"/>
                </a:moveTo>
                <a:lnTo>
                  <a:pt x="685400" y="0"/>
                </a:lnTo>
                <a:lnTo>
                  <a:pt x="284616" y="407836"/>
                </a:lnTo>
                <a:lnTo>
                  <a:pt x="0" y="407836"/>
                </a:lnTo>
                <a:close/>
              </a:path>
            </a:pathLst>
          </a:custGeom>
          <a:solidFill>
            <a:srgbClr val="70AFCE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4" name="任意形状 65"/>
          <p:cNvSpPr/>
          <p:nvPr userDrawn="1"/>
        </p:nvSpPr>
        <p:spPr>
          <a:xfrm flipH="1">
            <a:off x="3367021" y="943381"/>
            <a:ext cx="915452" cy="186053"/>
          </a:xfrm>
          <a:custGeom>
            <a:avLst/>
            <a:gdLst>
              <a:gd name="connsiteX0" fmla="*/ 0 w 960895"/>
              <a:gd name="connsiteY0" fmla="*/ 147234 h 278970"/>
              <a:gd name="connsiteX1" fmla="*/ 216976 w 960895"/>
              <a:gd name="connsiteY1" fmla="*/ 147234 h 278970"/>
              <a:gd name="connsiteX2" fmla="*/ 309966 w 960895"/>
              <a:gd name="connsiteY2" fmla="*/ 0 h 278970"/>
              <a:gd name="connsiteX3" fmla="*/ 449450 w 960895"/>
              <a:gd name="connsiteY3" fmla="*/ 278970 h 278970"/>
              <a:gd name="connsiteX4" fmla="*/ 557939 w 960895"/>
              <a:gd name="connsiteY4" fmla="*/ 46495 h 278970"/>
              <a:gd name="connsiteX5" fmla="*/ 627681 w 960895"/>
              <a:gd name="connsiteY5" fmla="*/ 193729 h 278970"/>
              <a:gd name="connsiteX6" fmla="*/ 681925 w 960895"/>
              <a:gd name="connsiteY6" fmla="*/ 69743 h 278970"/>
              <a:gd name="connsiteX7" fmla="*/ 720671 w 960895"/>
              <a:gd name="connsiteY7" fmla="*/ 139485 h 278970"/>
              <a:gd name="connsiteX8" fmla="*/ 960895 w 960895"/>
              <a:gd name="connsiteY8" fmla="*/ 139485 h 278970"/>
              <a:gd name="connsiteX0-1" fmla="*/ 0 w 1372642"/>
              <a:gd name="connsiteY0-2" fmla="*/ 147234 h 278970"/>
              <a:gd name="connsiteX1-3" fmla="*/ 216976 w 1372642"/>
              <a:gd name="connsiteY1-4" fmla="*/ 147234 h 278970"/>
              <a:gd name="connsiteX2-5" fmla="*/ 309966 w 1372642"/>
              <a:gd name="connsiteY2-6" fmla="*/ 0 h 278970"/>
              <a:gd name="connsiteX3-7" fmla="*/ 449450 w 1372642"/>
              <a:gd name="connsiteY3-8" fmla="*/ 278970 h 278970"/>
              <a:gd name="connsiteX4-9" fmla="*/ 557939 w 1372642"/>
              <a:gd name="connsiteY4-10" fmla="*/ 46495 h 278970"/>
              <a:gd name="connsiteX5-11" fmla="*/ 627681 w 1372642"/>
              <a:gd name="connsiteY5-12" fmla="*/ 193729 h 278970"/>
              <a:gd name="connsiteX6-13" fmla="*/ 681925 w 1372642"/>
              <a:gd name="connsiteY6-14" fmla="*/ 69743 h 278970"/>
              <a:gd name="connsiteX7-15" fmla="*/ 720671 w 1372642"/>
              <a:gd name="connsiteY7-16" fmla="*/ 139485 h 278970"/>
              <a:gd name="connsiteX8-17" fmla="*/ 1372642 w 1372642"/>
              <a:gd name="connsiteY8-18" fmla="*/ 139485 h 2789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372642" h="278970">
                <a:moveTo>
                  <a:pt x="0" y="147234"/>
                </a:moveTo>
                <a:lnTo>
                  <a:pt x="216976" y="147234"/>
                </a:lnTo>
                <a:lnTo>
                  <a:pt x="309966" y="0"/>
                </a:lnTo>
                <a:lnTo>
                  <a:pt x="449450" y="278970"/>
                </a:lnTo>
                <a:lnTo>
                  <a:pt x="557939" y="46495"/>
                </a:lnTo>
                <a:lnTo>
                  <a:pt x="627681" y="193729"/>
                </a:lnTo>
                <a:lnTo>
                  <a:pt x="681925" y="69743"/>
                </a:lnTo>
                <a:lnTo>
                  <a:pt x="720671" y="139485"/>
                </a:lnTo>
                <a:lnTo>
                  <a:pt x="1372642" y="139485"/>
                </a:lnTo>
              </a:path>
            </a:pathLst>
          </a:custGeom>
          <a:noFill/>
          <a:ln w="25400"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/>
                </a:gs>
              </a:gsLst>
              <a:lin ang="0" scaled="0"/>
            </a:gra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6" name="任意形状 65"/>
          <p:cNvSpPr/>
          <p:nvPr userDrawn="1"/>
        </p:nvSpPr>
        <p:spPr>
          <a:xfrm>
            <a:off x="7809516" y="943381"/>
            <a:ext cx="915452" cy="186053"/>
          </a:xfrm>
          <a:custGeom>
            <a:avLst/>
            <a:gdLst>
              <a:gd name="connsiteX0" fmla="*/ 0 w 960895"/>
              <a:gd name="connsiteY0" fmla="*/ 147234 h 278970"/>
              <a:gd name="connsiteX1" fmla="*/ 216976 w 960895"/>
              <a:gd name="connsiteY1" fmla="*/ 147234 h 278970"/>
              <a:gd name="connsiteX2" fmla="*/ 309966 w 960895"/>
              <a:gd name="connsiteY2" fmla="*/ 0 h 278970"/>
              <a:gd name="connsiteX3" fmla="*/ 449450 w 960895"/>
              <a:gd name="connsiteY3" fmla="*/ 278970 h 278970"/>
              <a:gd name="connsiteX4" fmla="*/ 557939 w 960895"/>
              <a:gd name="connsiteY4" fmla="*/ 46495 h 278970"/>
              <a:gd name="connsiteX5" fmla="*/ 627681 w 960895"/>
              <a:gd name="connsiteY5" fmla="*/ 193729 h 278970"/>
              <a:gd name="connsiteX6" fmla="*/ 681925 w 960895"/>
              <a:gd name="connsiteY6" fmla="*/ 69743 h 278970"/>
              <a:gd name="connsiteX7" fmla="*/ 720671 w 960895"/>
              <a:gd name="connsiteY7" fmla="*/ 139485 h 278970"/>
              <a:gd name="connsiteX8" fmla="*/ 960895 w 960895"/>
              <a:gd name="connsiteY8" fmla="*/ 139485 h 278970"/>
              <a:gd name="connsiteX0-1" fmla="*/ 0 w 1372642"/>
              <a:gd name="connsiteY0-2" fmla="*/ 147234 h 278970"/>
              <a:gd name="connsiteX1-3" fmla="*/ 216976 w 1372642"/>
              <a:gd name="connsiteY1-4" fmla="*/ 147234 h 278970"/>
              <a:gd name="connsiteX2-5" fmla="*/ 309966 w 1372642"/>
              <a:gd name="connsiteY2-6" fmla="*/ 0 h 278970"/>
              <a:gd name="connsiteX3-7" fmla="*/ 449450 w 1372642"/>
              <a:gd name="connsiteY3-8" fmla="*/ 278970 h 278970"/>
              <a:gd name="connsiteX4-9" fmla="*/ 557939 w 1372642"/>
              <a:gd name="connsiteY4-10" fmla="*/ 46495 h 278970"/>
              <a:gd name="connsiteX5-11" fmla="*/ 627681 w 1372642"/>
              <a:gd name="connsiteY5-12" fmla="*/ 193729 h 278970"/>
              <a:gd name="connsiteX6-13" fmla="*/ 681925 w 1372642"/>
              <a:gd name="connsiteY6-14" fmla="*/ 69743 h 278970"/>
              <a:gd name="connsiteX7-15" fmla="*/ 720671 w 1372642"/>
              <a:gd name="connsiteY7-16" fmla="*/ 139485 h 278970"/>
              <a:gd name="connsiteX8-17" fmla="*/ 1372642 w 1372642"/>
              <a:gd name="connsiteY8-18" fmla="*/ 139485 h 2789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372642" h="278970">
                <a:moveTo>
                  <a:pt x="0" y="147234"/>
                </a:moveTo>
                <a:lnTo>
                  <a:pt x="216976" y="147234"/>
                </a:lnTo>
                <a:lnTo>
                  <a:pt x="309966" y="0"/>
                </a:lnTo>
                <a:lnTo>
                  <a:pt x="449450" y="278970"/>
                </a:lnTo>
                <a:lnTo>
                  <a:pt x="557939" y="46495"/>
                </a:lnTo>
                <a:lnTo>
                  <a:pt x="627681" y="193729"/>
                </a:lnTo>
                <a:lnTo>
                  <a:pt x="681925" y="69743"/>
                </a:lnTo>
                <a:lnTo>
                  <a:pt x="720671" y="139485"/>
                </a:lnTo>
                <a:lnTo>
                  <a:pt x="1372642" y="139485"/>
                </a:lnTo>
              </a:path>
            </a:pathLst>
          </a:custGeom>
          <a:noFill/>
          <a:ln w="25400"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/>
                </a:gs>
              </a:gsLst>
              <a:lin ang="0" scaled="0"/>
            </a:gra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4267206" y="2394936"/>
            <a:ext cx="3657600" cy="221551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7200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组委需求</a:t>
            </a:r>
            <a:br>
              <a:rPr lang="zh-CN" altLang="en-US" sz="7200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</a:br>
            <a:endParaRPr lang="zh-CN" altLang="en-US" sz="7200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5071477" y="4252587"/>
            <a:ext cx="1735436" cy="245745"/>
            <a:chOff x="4095451" y="4640913"/>
            <a:chExt cx="1735436" cy="245745"/>
          </a:xfrm>
        </p:grpSpPr>
        <p:sp>
          <p:nvSpPr>
            <p:cNvPr id="27" name="矩形 26"/>
            <p:cNvSpPr/>
            <p:nvPr/>
          </p:nvSpPr>
          <p:spPr>
            <a:xfrm>
              <a:off x="4095451" y="4672584"/>
              <a:ext cx="164592" cy="164592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0" dirty="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4408487" y="4640913"/>
              <a:ext cx="1422400" cy="24574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zh-CN" altLang="en-US" sz="1600" dirty="0">
                  <a:solidFill>
                    <a:schemeClr val="accent1">
                      <a:lumMod val="100000"/>
                    </a:schemeClr>
                  </a:solidFill>
                  <a:latin typeface="+mn-ea"/>
                </a:rPr>
                <a:t>汇报人：</a:t>
              </a:r>
              <a:r>
                <a:rPr lang="zh-CN" altLang="en-US" sz="1600" dirty="0">
                  <a:solidFill>
                    <a:schemeClr val="accent1">
                      <a:lumMod val="100000"/>
                    </a:schemeClr>
                  </a:solidFill>
                  <a:latin typeface="+mn-ea"/>
                </a:rPr>
                <a:t>涂圆圆</a:t>
              </a:r>
              <a:endParaRPr lang="zh-CN" altLang="en-US" sz="1600" dirty="0">
                <a:solidFill>
                  <a:schemeClr val="accent1">
                    <a:lumMod val="100000"/>
                  </a:schemeClr>
                </a:solidFill>
                <a:latin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965065" y="3429000"/>
            <a:ext cx="22625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（投票系统）</a:t>
            </a:r>
            <a:endParaRPr lang="zh-CN" altLang="en-US"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/>
          <p:nvPr/>
        </p:nvPicPr>
        <p:blipFill>
          <a:blip r:embed="rId1"/>
          <a:stretch>
            <a:fillRect/>
          </a:stretch>
        </p:blipFill>
        <p:spPr>
          <a:xfrm>
            <a:off x="755015" y="545465"/>
            <a:ext cx="4028440" cy="5901690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6163310" y="6305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标题：入党积极分子</a:t>
            </a:r>
            <a:r>
              <a:rPr lang="zh-CN" altLang="en-US"/>
              <a:t>推优投票</a:t>
            </a: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6163310" y="145224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说明部分：可自己填，也可一键填入模板（如左边</a:t>
            </a:r>
            <a:r>
              <a:rPr lang="zh-CN" altLang="en-US"/>
              <a:t>内容）</a:t>
            </a:r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6163310" y="2799080"/>
            <a:ext cx="4064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可选题目：根据投票记不记名，可勾</a:t>
            </a:r>
            <a:r>
              <a:rPr lang="en-US" altLang="zh-CN"/>
              <a:t>        </a:t>
            </a:r>
            <a:endParaRPr lang="en-US" altLang="zh-CN"/>
          </a:p>
          <a:p>
            <a:r>
              <a:rPr lang="en-US" altLang="zh-CN"/>
              <a:t>          </a:t>
            </a:r>
            <a:r>
              <a:rPr lang="zh-CN" altLang="en-US"/>
              <a:t>选要不要这一题</a:t>
            </a:r>
            <a:endParaRPr lang="zh-CN" altLang="en-US"/>
          </a:p>
          <a:p>
            <a:r>
              <a:rPr lang="zh-CN" altLang="en-US"/>
              <a:t>（默认必填题，可修改为</a:t>
            </a:r>
            <a:r>
              <a:rPr lang="zh-CN" altLang="en-US"/>
              <a:t>非必填题）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另：投票系统要</a:t>
            </a:r>
            <a:r>
              <a:rPr lang="zh-CN" altLang="en-US"/>
              <a:t>统一认证登录</a:t>
            </a:r>
            <a:r>
              <a:rPr lang="zh-CN" altLang="en-US"/>
              <a:t>吗？</a:t>
            </a:r>
            <a:endParaRPr lang="zh-CN" altLang="en-US"/>
          </a:p>
          <a:p>
            <a:r>
              <a:rPr lang="en-US" altLang="zh-CN"/>
              <a:t>    </a:t>
            </a:r>
            <a:r>
              <a:rPr lang="zh-CN" altLang="en-US"/>
              <a:t>要：已实现记名，那怎么</a:t>
            </a:r>
            <a:r>
              <a:rPr lang="zh-CN" altLang="en-US"/>
              <a:t>无记名</a:t>
            </a:r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5241290" y="4976495"/>
            <a:ext cx="59537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批量添加题目：只需输入一遍题目</a:t>
            </a:r>
            <a:r>
              <a:rPr lang="zh-CN" altLang="en-US"/>
              <a:t>和所有姓名，生成</a:t>
            </a:r>
            <a:r>
              <a:rPr lang="zh-CN" altLang="en-US"/>
              <a:t>题目</a:t>
            </a:r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6163310" y="56959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选项：</a:t>
            </a:r>
            <a:r>
              <a:rPr lang="en-US" altLang="zh-CN"/>
              <a:t>1.</a:t>
            </a:r>
            <a:r>
              <a:rPr lang="zh-CN" altLang="en-US"/>
              <a:t>同意</a:t>
            </a:r>
            <a:r>
              <a:rPr lang="en-US" altLang="zh-CN"/>
              <a:t> 2.</a:t>
            </a:r>
            <a:r>
              <a:rPr lang="zh-CN" altLang="en-US"/>
              <a:t>不同意</a:t>
            </a:r>
            <a:r>
              <a:rPr lang="en-US" altLang="zh-CN"/>
              <a:t> </a:t>
            </a:r>
            <a:r>
              <a:rPr lang="zh-CN" altLang="en-US"/>
              <a:t>（</a:t>
            </a:r>
            <a:r>
              <a:rPr lang="en-US" altLang="zh-CN"/>
              <a:t>3.</a:t>
            </a:r>
            <a:r>
              <a:rPr lang="zh-CN" altLang="en-US"/>
              <a:t>弃权）</a:t>
            </a:r>
            <a:endParaRPr lang="zh-CN" altLang="en-US"/>
          </a:p>
        </p:txBody>
      </p:sp>
      <p:cxnSp>
        <p:nvCxnSpPr>
          <p:cNvPr id="29" name="直接箭头连接符 28"/>
          <p:cNvCxnSpPr>
            <a:endCxn id="24" idx="1"/>
          </p:cNvCxnSpPr>
          <p:nvPr/>
        </p:nvCxnSpPr>
        <p:spPr>
          <a:xfrm flipV="1">
            <a:off x="4415155" y="814705"/>
            <a:ext cx="1748155" cy="1511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endCxn id="25" idx="1"/>
          </p:cNvCxnSpPr>
          <p:nvPr/>
        </p:nvCxnSpPr>
        <p:spPr>
          <a:xfrm>
            <a:off x="4685665" y="1761490"/>
            <a:ext cx="1477645" cy="133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endCxn id="27" idx="1"/>
          </p:cNvCxnSpPr>
          <p:nvPr/>
        </p:nvCxnSpPr>
        <p:spPr>
          <a:xfrm flipV="1">
            <a:off x="4615180" y="5160645"/>
            <a:ext cx="626110" cy="101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endCxn id="28" idx="1"/>
          </p:cNvCxnSpPr>
          <p:nvPr/>
        </p:nvCxnSpPr>
        <p:spPr>
          <a:xfrm>
            <a:off x="3982085" y="5831205"/>
            <a:ext cx="2181225" cy="488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 flipV="1">
            <a:off x="4815840" y="3038475"/>
            <a:ext cx="1315085" cy="574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790440" y="716915"/>
            <a:ext cx="27863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600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数据导出</a:t>
            </a:r>
            <a:endParaRPr lang="zh-CN" altLang="en-US" sz="36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0065" y="3089275"/>
            <a:ext cx="6666230" cy="25476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152525" y="27971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格式：</a:t>
            </a:r>
            <a:r>
              <a:rPr lang="en-US" altLang="zh-CN"/>
              <a:t>xlsx</a:t>
            </a:r>
            <a:r>
              <a:rPr lang="zh-CN" altLang="en-US"/>
              <a:t>，</a:t>
            </a:r>
            <a:r>
              <a:rPr lang="en-US" altLang="zh-CN"/>
              <a:t>PDF ......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52525" y="167449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导出：</a:t>
            </a:r>
            <a:r>
              <a:rPr lang="en-US" altLang="zh-CN"/>
              <a:t>	1.</a:t>
            </a:r>
            <a:r>
              <a:rPr lang="zh-CN" altLang="en-US"/>
              <a:t>仅所有问卷的所有数据</a:t>
            </a:r>
            <a:br>
              <a:rPr lang="zh-CN" altLang="en-US"/>
            </a:br>
            <a:r>
              <a:rPr lang="en-US" altLang="zh-CN"/>
              <a:t>	2.</a:t>
            </a:r>
            <a:r>
              <a:rPr lang="zh-CN" altLang="en-US"/>
              <a:t>仅通过率</a:t>
            </a:r>
            <a:br>
              <a:rPr lang="zh-CN" altLang="en-US"/>
            </a:br>
            <a:r>
              <a:rPr lang="en-US" altLang="zh-CN"/>
              <a:t>	3. 1+2(</a:t>
            </a:r>
            <a:r>
              <a:rPr lang="zh-CN" altLang="en-US"/>
              <a:t>格式</a:t>
            </a:r>
            <a:r>
              <a:rPr lang="zh-CN" altLang="en-US"/>
              <a:t>如图）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4267209" y="2394936"/>
            <a:ext cx="3657600" cy="11074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7200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感谢观看</a:t>
            </a:r>
            <a:endParaRPr lang="zh-CN" altLang="en-US" sz="7200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5201652" y="4252587"/>
            <a:ext cx="1475214" cy="246221"/>
            <a:chOff x="4095451" y="4640913"/>
            <a:chExt cx="1475214" cy="246221"/>
          </a:xfrm>
        </p:grpSpPr>
        <p:sp>
          <p:nvSpPr>
            <p:cNvPr id="27" name="矩形 26"/>
            <p:cNvSpPr/>
            <p:nvPr/>
          </p:nvSpPr>
          <p:spPr>
            <a:xfrm>
              <a:off x="4095451" y="4672584"/>
              <a:ext cx="164592" cy="164592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0" dirty="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4408487" y="4640913"/>
              <a:ext cx="1162178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zh-CN" altLang="en-US" sz="1600" dirty="0">
                  <a:solidFill>
                    <a:schemeClr val="accent1">
                      <a:lumMod val="100000"/>
                    </a:schemeClr>
                  </a:solidFill>
                  <a:latin typeface="+mn-ea"/>
                </a:rPr>
                <a:t>汇报人：</a:t>
              </a:r>
              <a:r>
                <a:rPr lang="en-US" altLang="zh-CN" sz="1600" dirty="0">
                  <a:solidFill>
                    <a:schemeClr val="accent1">
                      <a:lumMod val="100000"/>
                    </a:schemeClr>
                  </a:solidFill>
                  <a:latin typeface="+mn-ea"/>
                </a:rPr>
                <a:t>xxx</a:t>
              </a:r>
              <a:endParaRPr lang="zh-CN" altLang="en-US" sz="1600" dirty="0">
                <a:solidFill>
                  <a:schemeClr val="accent1">
                    <a:lumMod val="100000"/>
                  </a:schemeClr>
                </a:solidFill>
                <a:latin typeface="+mn-ea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  <p:tag name="COMMONDATA" val="eyJoZGlkIjoiODA2NGM4M2Q0MTk3ZmNiZjdiODk3MzMwMTRmZjYwOTIifQ=="/>
  <p:tag name="KSO_WPP_MARK_KEY" val="d7c2f6a8-eb8e-4a46-8b57-9d26bd7de5d8"/>
  <p:tag name="commondata" val="eyJoZGlkIjoiNzg0NDE3YzllNzczMGY3MTQ1OTYyNGM3NDBkNmM5NTcifQ=="/>
</p:tagLst>
</file>

<file path=ppt/theme/theme1.xml><?xml version="1.0" encoding="utf-8"?>
<a:theme xmlns:a="http://schemas.openxmlformats.org/drawingml/2006/main" name="Office 主题​​">
  <a:themeElements>
    <a:clrScheme name="自定义 28">
      <a:dk1>
        <a:sysClr val="windowText" lastClr="000000"/>
      </a:dk1>
      <a:lt1>
        <a:sysClr val="window" lastClr="FFFFFF"/>
      </a:lt1>
      <a:dk2>
        <a:srgbClr val="156389"/>
      </a:dk2>
      <a:lt2>
        <a:srgbClr val="F9A825"/>
      </a:lt2>
      <a:accent1>
        <a:srgbClr val="156389"/>
      </a:accent1>
      <a:accent2>
        <a:srgbClr val="F9A825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定义 5">
      <a:majorFont>
        <a:latin typeface="思源宋体 CN Heavy"/>
        <a:ea typeface="思源宋体 CN Heavy"/>
        <a:cs typeface=""/>
      </a:majorFont>
      <a:minorFont>
        <a:latin typeface="思源黑体 CN Regular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</Words>
  <Application>WPS 演示</Application>
  <PresentationFormat>宽屏</PresentationFormat>
  <Paragraphs>31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7" baseType="lpstr">
      <vt:lpstr>Arial</vt:lpstr>
      <vt:lpstr>宋体</vt:lpstr>
      <vt:lpstr>Wingdings</vt:lpstr>
      <vt:lpstr>思源黑体 CN Bold</vt:lpstr>
      <vt:lpstr>黑体</vt:lpstr>
      <vt:lpstr>等线</vt:lpstr>
      <vt:lpstr>Alibaba PuHuiTi B</vt:lpstr>
      <vt:lpstr>思源黑体 CN Medium</vt:lpstr>
      <vt:lpstr>思源黑体 CN Regular</vt:lpstr>
      <vt:lpstr>思源宋体 CN Heavy</vt:lpstr>
      <vt:lpstr>微软雅黑</vt:lpstr>
      <vt:lpstr>Arial Unicode MS</vt:lpstr>
      <vt:lpstr>Calibri</vt:lpstr>
      <vt:lpstr>Alibaba PuHuiTi B</vt:lpstr>
      <vt:lpstr>思源黑体 CN Bold</vt:lpstr>
      <vt:lpstr>思源黑体 CN Medium</vt:lpstr>
      <vt:lpstr>Segoe Print</vt:lpstr>
      <vt:lpstr>方正大黑体_GBK</vt:lpstr>
      <vt:lpstr>The best part</vt:lpstr>
      <vt:lpstr>方正宝黑体 简 Medium</vt:lpstr>
      <vt:lpstr>文道潮黑体</vt:lpstr>
      <vt:lpstr>锦绣宋体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成龙 于</dc:creator>
  <cp:lastModifiedBy>涂圆圆</cp:lastModifiedBy>
  <cp:revision>28</cp:revision>
  <dcterms:created xsi:type="dcterms:W3CDTF">2024-01-17T15:47:00Z</dcterms:created>
  <dcterms:modified xsi:type="dcterms:W3CDTF">2026-03-31T04:37:37Z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FE7D3AED157D4A8EB425AAE7354F7714_11</vt:lpwstr>
  </property>
  <property fmtid="{D5CDD505-2E9C-101B-9397-08002B2CF9AE}" pid="3" name="KSOProductBuildVer">
    <vt:lpwstr>2052-12.1.0.24034</vt:lpwstr>
  </property>
  <property fmtid="{D5CDD505-2E9C-101B-9397-08002B2CF9AE}" pid="4" name="KSOTemplateUUID">
    <vt:lpwstr>v1.0_mb_i+6t5FEJiwT6tsYEZj0BlA==</vt:lpwstr>
  </property>
</Properties>
</file>