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31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uanZ（无密码）\Desktop\fourier_pptx\figures\0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为什么需要频域分析？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2_time_freq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117125"/>
            <a:ext cx="4937760" cy="30692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868680"/>
            <a:ext cx="3474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577840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577840" y="12801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 vs 频域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信号随时间变化的波形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难以直接看出频率成分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信号由哪些频率组成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揭示信号的内在结构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频域分析让许多在时域难以区分的信号变得一目了然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波的叠加：一切从这里开始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3_superposi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4267" y="777240"/>
            <a:ext cx="5915465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最简单的正弦波叠加起来，就能形成复杂的波形——这是傅里叶分析最核心的直觉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正交性：傅里叶分析的数学基石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4_orthogonal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1" y="777240"/>
            <a:ext cx="6925324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sin(nx) 和 sin(mx) 在 [0, 2π] 上的内积：当 n≠m 时为 0，当 n=m 时为 π —— 就像坐标系中互相垂直的基向量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傅里叶级数：用正弦波拼出方波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5_square_wa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825" y="777240"/>
            <a:ext cx="7322234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随着谐波项数增加，近似越来越精确。边缘的过冲（Gibbs 现象）永远存在，幅度约 9%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傅里叶系数：信号的频率配方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6_coefficie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每个系数 bₙ 表示第 n 次谐波在信号中的含量——系数越大，该频率分量越重要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从傅里叶级数到傅里叶变换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7_period_continuu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1956" y="777240"/>
            <a:ext cx="7719144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当信号周期 T → ∞，离散谱线间距 2π/T → 0，变为连续频谱——傅里叶变换由此诞生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傅里叶变换：核心公式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1" y="868680"/>
            <a:ext cx="4114800" cy="3657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傅里叶变换 (Forward)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i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F(ω) = ∫ f(t) e^{-jωt} dt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傅里叶逆变换 (Inverse)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f(t) = (1/2π) ∫ F(ω) e^{jωt} dω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757575"/>
                </a:solidFill>
              </a:rPr>
              <a:t>━━━━━━━━━━━━━━━━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将时域信号 f(t) 映射到频域 F(ω)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e^{-jωt} 是基函数，F(ω) 是每个频率的权重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正弦和余弦通过欧拉公式统一起</a:t>
            </a:r>
            <a:endParaRPr lang="en-US" sz="1400" dirty="0"/>
          </a:p>
        </p:txBody>
      </p:sp>
      <p:pic>
        <p:nvPicPr>
          <p:cNvPr id="6" name="Image 0" descr="C:\Users\ZhuanZ（无密码）\Desktop\fourier_pptx\figures\08_rect_sin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71516" y="1351502"/>
            <a:ext cx="4556928" cy="2597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傅里叶变换的核心性质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09_proper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8816" y="754380"/>
            <a:ext cx="6837904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线性、时移、尺度变换、卷积定理——这些性质让傅里叶变换成为强大的分析工具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时频联合分析：换个维度看信号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10_time_freq_3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6105" y="716426"/>
            <a:ext cx="5113104" cy="3870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视角下，信号在时间—频率平面上展开——每个时刻的频率成分一目了然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实际应用：声谱图分析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11_spectro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短时傅里叶变换 (STFT) 让我们能看到信号频率随时间的变化——语音识别、音乐分析的核心技术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二维傅里叶变换与图像滤波</a:t>
            </a:r>
            <a:endParaRPr lang="en-US" sz="2600" dirty="0"/>
          </a:p>
        </p:txBody>
      </p:sp>
      <p:pic>
        <p:nvPicPr>
          <p:cNvPr id="4" name="Image 0" descr="C:\Users\ZhuanZ（无密码）\Desktop\fourier_pptx\figures\13_2d_four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9926"/>
            <a:ext cx="8595360" cy="33948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图像的 2D FFT 将空间域转换到频率域。低通滤波 = 模糊，高通滤波 = 边缘检测——JPEG 压缩的核心原理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uanZ（无密码）\Desktop\fourier_pptx\figures\12_summa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7160"/>
            <a:ext cx="859536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4101233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r>
              <a:rPr lang="en-US" sz="2400" b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267</Words>
  <Application>Microsoft Office PowerPoint</Application>
  <PresentationFormat>全屏显示(16:9)</PresentationFormat>
  <Paragraphs>72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傅里叶变换：从波的叠加到频谱分析</dc:title>
  <dc:subject>PptxGenJS Presentation</dc:subject>
  <dc:creator>傅里叶变换教程</dc:creator>
  <cp:lastModifiedBy>竣翔 莫</cp:lastModifiedBy>
  <cp:revision>5</cp:revision>
  <dcterms:created xsi:type="dcterms:W3CDTF">2026-04-28T16:28:45Z</dcterms:created>
  <dcterms:modified xsi:type="dcterms:W3CDTF">2026-04-28T16:42:12Z</dcterms:modified>
</cp:coreProperties>
</file>